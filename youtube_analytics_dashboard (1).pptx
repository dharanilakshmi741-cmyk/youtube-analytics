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YouTube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Analytics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YouTube is a leading global video-sharing platform</a:t>
            </a:r>
          </a:p>
          <a:p>
            <a:pPr>
              <a:defRPr sz="2000"/>
            </a:pPr>
            <a:r>
              <a:t>Used for entertainment, education, and marketing</a:t>
            </a:r>
          </a:p>
          <a:p>
            <a:pPr>
              <a:defRPr sz="2000"/>
            </a:pPr>
            <a:r>
              <a:t>Objective: Analyze performance using dashboard</a:t>
            </a:r>
          </a:p>
          <a:p>
            <a:pPr>
              <a:defRPr sz="2000"/>
            </a:pPr>
            <a:r>
              <a:t>Tool Used: Power 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Provides insights into channel performance</a:t>
            </a:r>
          </a:p>
          <a:p>
            <a:pPr>
              <a:defRPr sz="2000"/>
            </a:pPr>
            <a:r>
              <a:t>Tracks uploads, views, and rankings</a:t>
            </a:r>
          </a:p>
          <a:p>
            <a:pPr>
              <a:defRPr sz="2000"/>
            </a:pPr>
            <a:r>
              <a:t>Analyzes categories and trends</a:t>
            </a:r>
          </a:p>
          <a:p>
            <a:pPr>
              <a:defRPr sz="2000"/>
            </a:pPr>
            <a:r>
              <a:t>Helps in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Key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Max Uploads: 301K</a:t>
            </a:r>
          </a:p>
          <a:p>
            <a:pPr>
              <a:defRPr sz="2000"/>
            </a:pPr>
            <a:r>
              <a:t>Min View Rank: 1</a:t>
            </a:r>
          </a:p>
          <a:p>
            <a:pPr>
              <a:defRPr sz="2000"/>
            </a:pPr>
            <a:r>
              <a:t>Avg Views (30 Days): 541.46K</a:t>
            </a:r>
          </a:p>
          <a:p>
            <a:pPr>
              <a:defRPr sz="2000"/>
            </a:pPr>
            <a:r>
              <a:t>Total Uploads: 9M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Upload Trends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Channels with uploads &gt;200K analyzed</a:t>
            </a:r>
          </a:p>
          <a:p>
            <a:pPr>
              <a:defRPr sz="2000"/>
            </a:pPr>
            <a:r>
              <a:t>Top: ABP News, Aaj Tak, IndiaTV, TEDx Talks</a:t>
            </a:r>
          </a:p>
          <a:p>
            <a:pPr>
              <a:defRPr sz="2000"/>
            </a:pPr>
            <a:r>
              <a:t>Fluctuating and declining trends observed</a:t>
            </a:r>
          </a:p>
          <a:p>
            <a:pPr>
              <a:defRPr sz="2000"/>
            </a:pPr>
            <a:r>
              <a:t>High upload does not always mean high engagement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Category-wise Subscriber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Top: Music, Entertainment, People &amp; Blogs</a:t>
            </a:r>
          </a:p>
          <a:p>
            <a:pPr>
              <a:defRPr sz="2000"/>
            </a:pPr>
            <a:r>
              <a:t>Other: Gaming, Education, Film &amp; Animation</a:t>
            </a:r>
          </a:p>
          <a:p>
            <a:pPr>
              <a:defRPr sz="2000"/>
            </a:pPr>
            <a:r>
              <a:t>Music dominates subscriber base</a:t>
            </a:r>
          </a:p>
          <a:p>
            <a:pPr>
              <a:defRPr sz="2000"/>
            </a:pPr>
            <a:r>
              <a:t>Education shows steady growth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Channel Type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Compared: Howto, People, Games, News, Tech, Comedy</a:t>
            </a:r>
          </a:p>
          <a:p>
            <a:pPr>
              <a:defRPr sz="2000"/>
            </a:pPr>
            <a:r>
              <a:t>Entertainment &amp; People rank higher</a:t>
            </a:r>
          </a:p>
          <a:p>
            <a:pPr>
              <a:defRPr sz="2000"/>
            </a:pPr>
            <a:r>
              <a:t>Tech and Howto show moderate growth</a:t>
            </a:r>
          </a:p>
          <a:p>
            <a:pPr>
              <a:defRPr sz="2000"/>
            </a:pPr>
            <a:r>
              <a:t>Gaming remains competitive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Top YouTubers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T-Series: Highest views in Music</a:t>
            </a:r>
          </a:p>
          <a:p>
            <a:pPr>
              <a:defRPr sz="2000"/>
            </a:pPr>
            <a:r>
              <a:t>Cocomelon: Strong in Education/Kids</a:t>
            </a:r>
          </a:p>
          <a:p>
            <a:pPr>
              <a:defRPr sz="2000"/>
            </a:pPr>
            <a:r>
              <a:t>SET India &amp; Sony SAB: Popular shows</a:t>
            </a:r>
          </a:p>
          <a:p>
            <a:pPr>
              <a:defRPr sz="2000"/>
            </a:pPr>
            <a:r>
              <a:t>High engagement drives growth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Category Ranking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Entertainment ranks #1</a:t>
            </a:r>
          </a:p>
          <a:p>
            <a:pPr>
              <a:defRPr sz="2000"/>
            </a:pPr>
            <a:r>
              <a:t>Music ranks #2</a:t>
            </a:r>
          </a:p>
          <a:p>
            <a:pPr>
              <a:defRPr sz="2000"/>
            </a:pPr>
            <a:r>
              <a:t>People &amp; Blogs moderate</a:t>
            </a:r>
          </a:p>
          <a:p>
            <a:pPr>
              <a:defRPr sz="2000"/>
            </a:pPr>
            <a:r>
              <a:t>Gaming shows steady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Key Insights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Entertainment dominates engagement</a:t>
            </a:r>
          </a:p>
          <a:p>
            <a:pPr>
              <a:defRPr sz="2000"/>
            </a:pPr>
            <a:r>
              <a:t>Music gains highest views</a:t>
            </a:r>
          </a:p>
          <a:p>
            <a:pPr>
              <a:defRPr sz="2000"/>
            </a:pPr>
            <a:r>
              <a:t>Kids/Education growing fast</a:t>
            </a:r>
          </a:p>
          <a:p>
            <a:pPr>
              <a:defRPr sz="2000"/>
            </a:pPr>
            <a:r>
              <a:t>Category impacts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Data-driven strategy is essential</a:t>
            </a:r>
          </a:p>
          <a:p>
            <a:pPr>
              <a:defRPr sz="2000"/>
            </a:pPr>
            <a:r>
              <a:t>Focus on high-performing categories</a:t>
            </a:r>
          </a:p>
          <a:p>
            <a:pPr>
              <a:defRPr sz="2000"/>
            </a:pPr>
            <a:r>
              <a:t>Optimize content for audience</a:t>
            </a:r>
          </a:p>
          <a:p>
            <a:pPr>
              <a:defRPr sz="2000"/>
            </a:pPr>
            <a:r>
              <a:t>Track metrics regularly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